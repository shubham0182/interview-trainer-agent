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29093213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SHUBHAMKUMAR THAKOR 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thakorshubham548@gmail.com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+91 9727096287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15996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000" b="1" dirty="0"/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000" b="1" dirty="0"/>
              <a:t>Interview Trainer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06162" y="5226784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53336-C402-C56D-96F3-7DA30FB76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046" y="3683879"/>
            <a:ext cx="765154" cy="101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2000" b="1" dirty="0"/>
              <a:t>Problem Statement : </a:t>
            </a:r>
            <a:r>
              <a:rPr lang="en-IN" sz="2000" b="1" dirty="0"/>
              <a:t>Interview Trainer Agent </a:t>
            </a:r>
            <a:endParaRPr lang="en-US" sz="2000" b="1" dirty="0"/>
          </a:p>
          <a:p>
            <a:pPr algn="just" fontAlgn="base"/>
            <a:endParaRPr lang="en-US" b="1" dirty="0"/>
          </a:p>
          <a:p>
            <a:pPr algn="just" fontAlgn="base"/>
            <a:r>
              <a:rPr lang="en-US" sz="2000" b="1" dirty="0"/>
              <a:t>The Challenge </a:t>
            </a:r>
          </a:p>
          <a:p>
            <a:pPr algn="just" fontAlgn="base"/>
            <a:r>
              <a:rPr lang="en-IN" dirty="0"/>
              <a:t>An Interview Trainer Agent, powered by RAG (Retrieval-Augmented Generation), prepares users for job interviews by generating tailored question sets and preparation strategies based on their profile name, experience level, and job role. </a:t>
            </a:r>
          </a:p>
          <a:p>
            <a:pPr algn="just" fontAlgn="base"/>
            <a:endParaRPr lang="en-IN" dirty="0"/>
          </a:p>
          <a:p>
            <a:pPr algn="just" fontAlgn="base"/>
            <a:r>
              <a:rPr lang="en-IN" dirty="0"/>
              <a:t>It retrieves role-specific interview questions, industry expectations, </a:t>
            </a:r>
            <a:r>
              <a:rPr lang="en-IN" dirty="0" err="1"/>
              <a:t>behavioral</a:t>
            </a:r>
            <a:r>
              <a:rPr lang="en-IN" dirty="0"/>
              <a:t> scenarios, and HR guidelines from recruitment portals, professional networks, and company interview databases. </a:t>
            </a:r>
          </a:p>
          <a:p>
            <a:pPr algn="just" fontAlgn="base"/>
            <a:endParaRPr lang="en-IN" dirty="0"/>
          </a:p>
          <a:p>
            <a:pPr algn="just" fontAlgn="base"/>
            <a:r>
              <a:rPr lang="en-IN" dirty="0"/>
              <a:t>Users can input their resume or job title, and the agent provides targeted questions, model answers, and improvement tips. </a:t>
            </a:r>
          </a:p>
          <a:p>
            <a:pPr algn="just" fontAlgn="base"/>
            <a:endParaRPr lang="en-IN" dirty="0"/>
          </a:p>
          <a:p>
            <a:pPr algn="just" fontAlgn="base"/>
            <a:r>
              <a:rPr lang="en-IN" dirty="0"/>
              <a:t>It supports both technical and soft skill assessment, ensuring a comprehensive interview prep experience. This AI-driven assistant builds user confidence, sharpens responses, and increases success rates in competitive hiring environments. </a:t>
            </a:r>
          </a:p>
          <a:p>
            <a:pPr algn="just" fontAlgn="base"/>
            <a:endParaRPr lang="en-IN" dirty="0"/>
          </a:p>
          <a:p>
            <a:pPr algn="just" fontAlgn="base"/>
            <a:r>
              <a:rPr lang="en-IN" sz="2000" b="1" dirty="0"/>
              <a:t>The Objectives: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To provide personalized interview preparation</a:t>
            </a:r>
            <a:r>
              <a:rPr lang="en-IN" dirty="0"/>
              <a:t> based on the user's profile, experience level, and target job role.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To generate role-specific interview questions</a:t>
            </a:r>
            <a:r>
              <a:rPr lang="en-IN" dirty="0"/>
              <a:t> covering technical, HR, </a:t>
            </a:r>
            <a:r>
              <a:rPr lang="en-IN" dirty="0" err="1"/>
              <a:t>behavioral</a:t>
            </a:r>
            <a:r>
              <a:rPr lang="en-IN" dirty="0"/>
              <a:t>, and situational aspects.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To use RAG (Retrieval-Augmented Generation)</a:t>
            </a:r>
            <a:r>
              <a:rPr lang="en-IN" dirty="0"/>
              <a:t> to retrieve relevant interview questions, industry expectations, and company-specific information.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To integrate IBM Granite</a:t>
            </a:r>
            <a:r>
              <a:rPr lang="en-IN" dirty="0"/>
              <a:t> for generating accurate and context-aware interview responses.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To provide model answers</a:t>
            </a:r>
            <a:r>
              <a:rPr lang="en-IN" dirty="0"/>
              <a:t> that help users understand how to structure and present their responses effectively.</a:t>
            </a:r>
          </a:p>
          <a:p>
            <a:pPr algn="just" fontAlgn="base"/>
            <a:endParaRPr lang="en-IN" dirty="0"/>
          </a:p>
          <a:p>
            <a:pPr algn="just" fontAlgn="base"/>
            <a:endParaRPr lang="en-US" dirty="0"/>
          </a:p>
          <a:p>
            <a:pPr algn="just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b="1" dirty="0"/>
          </a:p>
          <a:p>
            <a:pPr algn="just"/>
            <a:r>
              <a:rPr lang="en-US" sz="2000" b="1" dirty="0"/>
              <a:t>Proposed Solution: </a:t>
            </a:r>
            <a:r>
              <a:rPr lang="en-IN" sz="2000" b="1" dirty="0"/>
              <a:t>Interview Trainer Agent </a:t>
            </a:r>
          </a:p>
          <a:p>
            <a:pPr algn="just"/>
            <a:endParaRPr lang="en-IN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Develop an </a:t>
            </a:r>
            <a:r>
              <a:rPr lang="en-IN" b="1" dirty="0"/>
              <a:t>AI-Powered Interview Trainer Agent</a:t>
            </a:r>
            <a:r>
              <a:rPr lang="en-IN" dirty="0"/>
              <a:t> using </a:t>
            </a:r>
            <a:r>
              <a:rPr lang="en-IN" b="1" dirty="0"/>
              <a:t>RAG and IBM Granite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Accept </a:t>
            </a:r>
            <a:r>
              <a:rPr lang="en-IN" b="1" dirty="0"/>
              <a:t>resume, job role, skills, and experience level</a:t>
            </a:r>
            <a:r>
              <a:rPr lang="en-IN" dirty="0"/>
              <a:t> as user inputs.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Retrieve </a:t>
            </a:r>
            <a:r>
              <a:rPr lang="en-IN" b="1" dirty="0"/>
              <a:t>role-specific questions, industry expectations, HR guidelines, and </a:t>
            </a:r>
            <a:r>
              <a:rPr lang="en-IN" b="1" dirty="0" err="1"/>
              <a:t>behavioral</a:t>
            </a:r>
            <a:r>
              <a:rPr lang="en-IN" b="1" dirty="0"/>
              <a:t> scenarios</a:t>
            </a:r>
            <a:r>
              <a:rPr lang="en-IN" dirty="0"/>
              <a:t> from a knowledge base.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IBM Granite</a:t>
            </a:r>
            <a:r>
              <a:rPr lang="en-IN" dirty="0"/>
              <a:t> to generate personalized interview questions and model answers.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Conduct </a:t>
            </a:r>
            <a:r>
              <a:rPr lang="en-IN" b="1" dirty="0"/>
              <a:t>technical, HR, and </a:t>
            </a:r>
            <a:r>
              <a:rPr lang="en-IN" b="1" dirty="0" err="1"/>
              <a:t>behavioral</a:t>
            </a:r>
            <a:r>
              <a:rPr lang="en-IN" b="1" dirty="0"/>
              <a:t> mock interviews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user responses and provide </a:t>
            </a:r>
            <a:r>
              <a:rPr lang="en-IN" b="1" dirty="0"/>
              <a:t>instant feedback and improvement tips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Generate a </a:t>
            </a:r>
            <a:r>
              <a:rPr lang="en-IN" b="1" dirty="0"/>
              <a:t>personalized interview preparation strategy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Help users </a:t>
            </a:r>
            <a:r>
              <a:rPr lang="en-IN" b="1" dirty="0"/>
              <a:t>improve confidence, communication, and interview performance</a:t>
            </a:r>
            <a:r>
              <a:rPr lang="en-IN" dirty="0"/>
              <a:t>.</a:t>
            </a:r>
          </a:p>
          <a:p>
            <a:pPr algn="just" fontAlgn="base"/>
            <a:endParaRPr lang="en-US" dirty="0"/>
          </a:p>
          <a:p>
            <a:pPr algn="just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/>
              <a:t>Technology Used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Technology Used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IBM Cloud Lite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IBM Granite Foundation Model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RAG (Retrieval-Augmented Generation)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Python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 err="1"/>
              <a:t>LangChain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Vector Database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Natural Language Processing (NLP)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HTML, CSS &amp; JavaScript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REST APIs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Git &amp; GitHub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Index.html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EF848-0BF3-19AB-DEAC-69BE4ACBE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322" y="1127747"/>
            <a:ext cx="4997984" cy="46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DE6DB-F773-B0D1-B17A-4AAD8D1A3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86127"/>
            <a:ext cx="3353092" cy="511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E1B285-1125-A813-90FC-FBE32C55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324" y="636495"/>
            <a:ext cx="8833351" cy="401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D89BC-E420-169A-991D-E3B718DC5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70" y="873675"/>
            <a:ext cx="8211696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Understands User Profile: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resume, skills, experience, and target job role.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Intelligent Retrieval:</a:t>
            </a:r>
            <a:r>
              <a:rPr lang="en-IN" dirty="0"/>
              <a:t> Retrieves relevant interview questions and industry information using </a:t>
            </a:r>
            <a:r>
              <a:rPr lang="en-IN" b="1" dirty="0"/>
              <a:t>RAG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Personalized Question Generation:</a:t>
            </a:r>
            <a:r>
              <a:rPr lang="en-IN" dirty="0"/>
              <a:t> Creates customized technical, HR, and </a:t>
            </a:r>
            <a:r>
              <a:rPr lang="en-IN" dirty="0" err="1"/>
              <a:t>behavioral</a:t>
            </a:r>
            <a:r>
              <a:rPr lang="en-IN" dirty="0"/>
              <a:t> questions.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Mock Interview Agent:</a:t>
            </a:r>
            <a:r>
              <a:rPr lang="en-IN" dirty="0"/>
              <a:t> Conducts an interactive interview and adapts questions based on user responses.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Answer Evaluation: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responses and identifies strengths and weaknesses.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Real-Time Feedback:</a:t>
            </a:r>
            <a:r>
              <a:rPr lang="en-IN" dirty="0"/>
              <a:t> Provides model answers, corrections, and improvement suggestions.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Goal:</a:t>
            </a:r>
            <a:r>
              <a:rPr lang="en-IN" dirty="0"/>
              <a:t> Acts as a </a:t>
            </a:r>
            <a:r>
              <a:rPr lang="en-IN" b="1" dirty="0"/>
              <a:t>personal AI interview coach</a:t>
            </a:r>
            <a:r>
              <a:rPr lang="en-IN" dirty="0"/>
              <a:t> to improve confidence and interview readiness. 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 239.4k token are used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8552170" y="382164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After the Prompt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2E1D6-3A0D-5498-69AF-A1EF6C7B9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31" y="2829609"/>
            <a:ext cx="729716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341CC-A6AD-09A1-B23A-F1A9BFC6E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1" y="828284"/>
            <a:ext cx="9061515" cy="59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265F2-1B36-58E4-D29F-F14FC8D1C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30" y="1120140"/>
            <a:ext cx="5289176" cy="4693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E8EDBB-5C9D-BD0E-36E7-0547743BF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92" y="1120140"/>
            <a:ext cx="3716831" cy="490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C31AB-E611-4B1C-E2BD-9CA454134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044263"/>
            <a:ext cx="11385176" cy="519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Personalized AI Interview Coach</a:t>
            </a:r>
            <a:r>
              <a:rPr lang="en-IN" sz="2000" dirty="0"/>
              <a:t> tailored to each user's resume, skills, experience, and target role.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RAG-Based Responses</a:t>
            </a:r>
            <a:r>
              <a:rPr lang="en-IN" sz="2000" dirty="0"/>
              <a:t> provide relevant and context-aware questions instead of generic interview content.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AI-Powered Answer Evaluation</a:t>
            </a:r>
            <a:r>
              <a:rPr lang="en-IN" sz="2000" dirty="0"/>
              <a:t> identifies weaknesses and provides personalized improvement suggestions.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Role &amp; Industry-Specific Preparation</a:t>
            </a:r>
            <a:r>
              <a:rPr lang="en-IN" sz="2000" dirty="0"/>
              <a:t> focuses on the skills and expectations relevant to the selected job.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IBM Granite Integration</a:t>
            </a:r>
            <a:r>
              <a:rPr lang="en-IN" sz="2000" dirty="0"/>
              <a:t> enhances the system with enterprise-grade generative AI capabilities.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Continuous Improvement</a:t>
            </a:r>
            <a:r>
              <a:rPr lang="en-IN" sz="2000" dirty="0"/>
              <a:t> tracks performance and recommends topics that require more preparation.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https://github.com/shubham0182/Interview-Trainer-Agent.git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061884" y="1258529"/>
            <a:ext cx="9371420" cy="424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en-IN" sz="1800" b="1" dirty="0"/>
              <a:t>Voice-Based Interviews:</a:t>
            </a:r>
            <a:r>
              <a:rPr lang="en-IN" sz="1800" dirty="0"/>
              <a:t> Add speech recognition and voice interaction for realistic mock interviews. </a:t>
            </a:r>
          </a:p>
          <a:p>
            <a:pPr lvl="0" algn="just"/>
            <a:r>
              <a:rPr lang="en-IN" sz="1800" b="1" dirty="0"/>
              <a:t>Multilingual Support:</a:t>
            </a:r>
            <a:r>
              <a:rPr lang="en-IN" sz="1800" dirty="0"/>
              <a:t> Support multiple Indian and international languages. </a:t>
            </a:r>
          </a:p>
          <a:p>
            <a:pPr lvl="0" algn="just"/>
            <a:r>
              <a:rPr lang="en-IN" sz="1800" b="1" dirty="0"/>
              <a:t>Company-Specific Preparation:</a:t>
            </a:r>
            <a:r>
              <a:rPr lang="en-IN" sz="1800" dirty="0"/>
              <a:t> Provide interview preparation based on specific companies and their hiring patterns. </a:t>
            </a:r>
          </a:p>
          <a:p>
            <a:pPr lvl="0" algn="just"/>
            <a:r>
              <a:rPr lang="en-IN" sz="1800" b="1" dirty="0"/>
              <a:t>ATS Resume Analysis:</a:t>
            </a:r>
            <a:r>
              <a:rPr lang="en-IN" sz="1800" dirty="0"/>
              <a:t> </a:t>
            </a:r>
            <a:r>
              <a:rPr lang="en-IN" sz="1800" dirty="0" err="1"/>
              <a:t>Analyze</a:t>
            </a:r>
            <a:r>
              <a:rPr lang="en-IN" sz="1800" dirty="0"/>
              <a:t> resumes for ATS compatibility and suggest improvements. </a:t>
            </a:r>
          </a:p>
          <a:p>
            <a:pPr lvl="0" algn="just"/>
            <a:r>
              <a:rPr lang="en-IN" sz="1800" b="1" dirty="0"/>
              <a:t>Job Description Matching:</a:t>
            </a:r>
            <a:r>
              <a:rPr lang="en-IN" sz="1800" dirty="0"/>
              <a:t> Compare a user's resume with a job description and generate targeted preparation. </a:t>
            </a:r>
          </a:p>
          <a:p>
            <a:pPr lvl="0" algn="just"/>
            <a:r>
              <a:rPr lang="en-IN" sz="1800" b="1" dirty="0"/>
              <a:t>Personalized Learning Plans:</a:t>
            </a:r>
            <a:r>
              <a:rPr lang="en-IN" sz="1800" dirty="0"/>
              <a:t> Automatically create daily/weekly interview preparation plans. </a:t>
            </a:r>
          </a:p>
          <a:p>
            <a:pPr lvl="0" algn="just"/>
            <a:r>
              <a:rPr lang="en-IN" sz="1800" b="1" dirty="0"/>
              <a:t>Industry Expansion:</a:t>
            </a:r>
            <a:r>
              <a:rPr lang="en-IN" sz="1800" dirty="0"/>
              <a:t> Extend the system to different domains such as IT, finance, healthcare, marketing, and engineering. </a:t>
            </a:r>
          </a:p>
          <a:p>
            <a:pPr lvl="0" algn="just"/>
            <a:r>
              <a:rPr lang="en-IN" sz="1800" b="1" dirty="0"/>
              <a:t>Mobile Application:</a:t>
            </a:r>
            <a:r>
              <a:rPr lang="en-IN" sz="1800" dirty="0"/>
              <a:t> Develop a mobile version for interview preparation anytime and anywhere.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9F60B-9F1C-538A-6522-0F545F4B4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102" y="1151726"/>
            <a:ext cx="7186921" cy="540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42C9BF-B422-5927-976A-0423ABC96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56" y="1583655"/>
            <a:ext cx="7483488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927</Words>
  <Application>Microsoft Office PowerPoint</Application>
  <PresentationFormat>Widescreen</PresentationFormat>
  <Paragraphs>132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ishikaprajapati03@outlook.com</cp:lastModifiedBy>
  <cp:revision>6</cp:revision>
  <dcterms:created xsi:type="dcterms:W3CDTF">2025-07-08T05:06:56Z</dcterms:created>
  <dcterms:modified xsi:type="dcterms:W3CDTF">2026-09-10T12:38:44Z</dcterms:modified>
</cp:coreProperties>
</file>